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799263" cy="9929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D8ABA31-DA45-4A77-AE86-68B8973B8355}">
          <p14:sldIdLst>
            <p14:sldId id="256"/>
            <p14:sldId id="257"/>
          </p14:sldIdLst>
        </p14:section>
        <p14:section name="Untitled Section" id="{8866B446-AC6F-4823-AEBF-FE678F46E611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95" d="100"/>
          <a:sy n="95" d="100"/>
        </p:scale>
        <p:origin x="20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C8E62-08F6-6E88-150E-5CF030641F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D512A2-900A-203A-DB94-BE52C4875C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BE0216-46F6-F5D7-B469-B9135E90A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2DFB5-7F7A-445B-9FE6-5796B9F9D28E}" type="datetimeFigureOut">
              <a:rPr lang="en-MY" smtClean="0"/>
              <a:t>5/5/2026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238076-2F82-BB7B-321E-1290B001D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DFCD13-7E25-61E7-B778-3BEE225B1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F8FC7-DA6A-4F26-A5FF-8721077B3BD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001955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1CF30-B77F-311E-FF2E-F8563727B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110BD-DB20-950E-08E7-25C4EDCF40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A09FDD-6440-B882-DD01-D2124DA26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2DFB5-7F7A-445B-9FE6-5796B9F9D28E}" type="datetimeFigureOut">
              <a:rPr lang="en-MY" smtClean="0"/>
              <a:t>5/5/2026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91E99B-6EF5-04E3-409C-F2DC4D41E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21D5DE-E389-E827-944D-0E254CD88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F8FC7-DA6A-4F26-A5FF-8721077B3BD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832648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203A0-13AB-FBF6-FE1D-94D9181F6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F7D284-E315-BE15-7297-3C21C3AA1B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CF7815-1C67-258F-38E0-0C589B8C8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2DFB5-7F7A-445B-9FE6-5796B9F9D28E}" type="datetimeFigureOut">
              <a:rPr lang="en-MY" smtClean="0"/>
              <a:t>5/5/2026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0D24AB-36CF-C37B-2715-48FC2D9E9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7B31A-2032-5EDF-4663-A57DA673F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F8FC7-DA6A-4F26-A5FF-8721077B3BD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1244431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DEF50-6099-158A-E0A3-DEC301FF4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3473B6-B196-BDA0-7481-243B4E4E7A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001391-A32D-ADAD-EA1F-7EA89626F1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847374-D2F6-DAB4-E0F4-DC9D0549D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2DFB5-7F7A-445B-9FE6-5796B9F9D28E}" type="datetimeFigureOut">
              <a:rPr lang="en-MY" smtClean="0"/>
              <a:t>5/5/2026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C37A61-A86E-3BBB-4107-D18B2350B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83C9FC-BA21-A94D-DFBC-A1DDD85F8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F8FC7-DA6A-4F26-A5FF-8721077B3BD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634972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CAFE4-2FA9-095E-1AE1-01481327C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04B89A-EC1D-557E-5B70-25C70CA42A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579032-7D55-1F7F-5324-DE3ADFF773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C0ED6B-2E15-A590-DD84-87E467C08C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9760BA-BE64-8D64-D739-AABD067EDB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F2AC03-3A0E-54F2-0C58-F33F30936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2DFB5-7F7A-445B-9FE6-5796B9F9D28E}" type="datetimeFigureOut">
              <a:rPr lang="en-MY" smtClean="0"/>
              <a:t>5/5/2026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749FF4-6A28-48F1-6D59-76B0DDE0D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0F1E3A-2C50-9723-BB31-C956BDDA5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F8FC7-DA6A-4F26-A5FF-8721077B3BD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909473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8F14C-B7A7-44EC-AE56-F5CE7C2F0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E479B4-5B97-A2BB-976B-80AE62B9F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2DFB5-7F7A-445B-9FE6-5796B9F9D28E}" type="datetimeFigureOut">
              <a:rPr lang="en-MY" smtClean="0"/>
              <a:t>5/5/2026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FB319B-1724-31A8-1FB8-B130C8910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8DD0D4-5B45-4B03-B922-9FBD3FCBC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F8FC7-DA6A-4F26-A5FF-8721077B3BD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314593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D08ECD-9CB5-49AC-337E-0F1B7AE9C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2DFB5-7F7A-445B-9FE6-5796B9F9D28E}" type="datetimeFigureOut">
              <a:rPr lang="en-MY" smtClean="0"/>
              <a:t>5/5/2026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49B5ED-8CEA-F804-9903-DAA6ABC1B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5EF9B6-0BD8-AD37-ADC7-199242181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F8FC7-DA6A-4F26-A5FF-8721077B3BD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188646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AD5DD-2EF8-185A-13DE-2E5945CA5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B5729-3BE1-B975-D096-4B9BFC04C9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14777B-3FD8-A766-F11E-0580C577A7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569C4C-3528-6227-92D9-A702BE1DA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2DFB5-7F7A-445B-9FE6-5796B9F9D28E}" type="datetimeFigureOut">
              <a:rPr lang="en-MY" smtClean="0"/>
              <a:t>5/5/2026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FBB558-E8E4-AD73-947C-D0573FDDA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034211-A702-2D1F-5F6B-E0A1E60CC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F8FC7-DA6A-4F26-A5FF-8721077B3BD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255746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7F2B7-9CA6-3F1A-B966-AB7804C20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F3AF45-9E5E-4539-77C2-580313049B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984AA9-0F5F-221B-80D6-B422753A3A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46E1C1-67E3-ED67-21C5-B44504A26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2DFB5-7F7A-445B-9FE6-5796B9F9D28E}" type="datetimeFigureOut">
              <a:rPr lang="en-MY" smtClean="0"/>
              <a:t>5/5/2026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0C7998-FB04-34D0-E8AF-A4B4703DC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D338F7-2F9C-19F2-9836-2CA641618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F8FC7-DA6A-4F26-A5FF-8721077B3BD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0392503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52A91-BD83-5C90-2219-40EEB688C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62E48A-2AB4-5D54-C97C-C3C706E3A3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F2DB08-32D5-C76A-A548-CFADD3214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2DFB5-7F7A-445B-9FE6-5796B9F9D28E}" type="datetimeFigureOut">
              <a:rPr lang="en-MY" smtClean="0"/>
              <a:t>5/5/2026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74067C-B1CF-2B64-F232-94C457CF3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6F2AA7-3AEA-4424-DB36-5F2853EE1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F8FC7-DA6A-4F26-A5FF-8721077B3BD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859089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CEA390-E101-33F4-1C0A-E414F0F23F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28AF96-FF6C-9E8A-BA9B-3AA9083ADE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768369-C96D-DFB5-35B8-8BD0FE1EA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2DFB5-7F7A-445B-9FE6-5796B9F9D28E}" type="datetimeFigureOut">
              <a:rPr lang="en-MY" smtClean="0"/>
              <a:t>5/5/2026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6A2995-A983-B2B0-5280-35A6D6E2A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BB6E8-E003-0D37-20BB-6CF9EC4AF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F8FC7-DA6A-4F26-A5FF-8721077B3BD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752027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E0383E-2579-63AC-9E3B-A91118604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4CB66D-CAD5-6111-7B45-AD6847AB67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46A814-F1D7-D67E-94FA-A7889F0CF4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02DFB5-7F7A-445B-9FE6-5796B9F9D28E}" type="datetimeFigureOut">
              <a:rPr lang="en-MY" smtClean="0"/>
              <a:t>5/5/2026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08CFF5-22AB-309C-B9F4-CC6D945CC0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63895-7AE5-7CA7-D50F-E57CD85152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6F8FC7-DA6A-4F26-A5FF-8721077B3BD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860563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F35D8DFD-048D-891A-D35A-896C2A0E50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15153"/>
            <a:ext cx="12191999" cy="7288306"/>
          </a:xfrm>
          <a:prstGeom prst="rect">
            <a:avLst/>
          </a:prstGeom>
        </p:spPr>
      </p:pic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75E5BF15-0B3A-1AAD-BE35-7121365F64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1844930"/>
              </p:ext>
            </p:extLst>
          </p:nvPr>
        </p:nvGraphicFramePr>
        <p:xfrm>
          <a:off x="8624570" y="2508250"/>
          <a:ext cx="363855" cy="20967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855">
                  <a:extLst>
                    <a:ext uri="{9D8B030D-6E8A-4147-A177-3AD203B41FA5}">
                      <a16:colId xmlns:a16="http://schemas.microsoft.com/office/drawing/2014/main" val="4141801585"/>
                    </a:ext>
                  </a:extLst>
                </a:gridCol>
              </a:tblGrid>
              <a:tr h="299539">
                <a:tc>
                  <a:txBody>
                    <a:bodyPr/>
                    <a:lstStyle/>
                    <a:p>
                      <a:pPr algn="ctr"/>
                      <a:r>
                        <a:rPr lang="en-US" sz="500" b="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TSUK</a:t>
                      </a:r>
                    </a:p>
                    <a:p>
                      <a:pPr algn="ctr"/>
                      <a:r>
                        <a:rPr lang="en-US" sz="500" b="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SBS</a:t>
                      </a:r>
                      <a:endParaRPr lang="en-MY" sz="500" b="1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9802938"/>
                  </a:ext>
                </a:extLst>
              </a:tr>
              <a:tr h="299539">
                <a:tc>
                  <a:txBody>
                    <a:bodyPr/>
                    <a:lstStyle/>
                    <a:p>
                      <a:pPr algn="ctr"/>
                      <a:r>
                        <a:rPr lang="en-US" sz="500" b="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IRDA</a:t>
                      </a:r>
                      <a:endParaRPr lang="en-MY" sz="500" b="1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783381"/>
                  </a:ext>
                </a:extLst>
              </a:tr>
              <a:tr h="299539">
                <a:tc>
                  <a:txBody>
                    <a:bodyPr/>
                    <a:lstStyle/>
                    <a:p>
                      <a:pPr algn="ctr"/>
                      <a:r>
                        <a:rPr lang="en-US" sz="500" b="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TSUK PBGN</a:t>
                      </a:r>
                      <a:endParaRPr lang="en-MY" sz="500" b="1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4807769"/>
                  </a:ext>
                </a:extLst>
              </a:tr>
              <a:tr h="299539">
                <a:tc>
                  <a:txBody>
                    <a:bodyPr/>
                    <a:lstStyle/>
                    <a:p>
                      <a:pPr algn="ctr"/>
                      <a:r>
                        <a:rPr lang="en-US" sz="500" b="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YB SUKJ</a:t>
                      </a:r>
                      <a:endParaRPr lang="en-MY" sz="500" b="1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01820"/>
                  </a:ext>
                </a:extLst>
              </a:tr>
              <a:tr h="299539">
                <a:tc>
                  <a:txBody>
                    <a:bodyPr/>
                    <a:lstStyle/>
                    <a:p>
                      <a:pPr algn="ctr"/>
                      <a:r>
                        <a:rPr lang="en-US" sz="500" b="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YB PKN</a:t>
                      </a:r>
                      <a:endParaRPr lang="en-MY" sz="500" b="1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1384078"/>
                  </a:ext>
                </a:extLst>
              </a:tr>
              <a:tr h="299539">
                <a:tc>
                  <a:txBody>
                    <a:bodyPr/>
                    <a:lstStyle/>
                    <a:p>
                      <a:pPr algn="ctr"/>
                      <a:r>
                        <a:rPr lang="en-US" sz="500" b="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TSUK PGSN</a:t>
                      </a:r>
                      <a:endParaRPr lang="en-MY" sz="500" b="1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339735"/>
                  </a:ext>
                </a:extLst>
              </a:tr>
              <a:tr h="299539">
                <a:tc>
                  <a:txBody>
                    <a:bodyPr/>
                    <a:lstStyle/>
                    <a:p>
                      <a:pPr algn="ctr"/>
                      <a:r>
                        <a:rPr lang="en-US" sz="500" b="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TSUK </a:t>
                      </a:r>
                    </a:p>
                    <a:p>
                      <a:pPr algn="ctr"/>
                      <a:r>
                        <a:rPr lang="en-US" sz="500" b="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PMTN</a:t>
                      </a:r>
                      <a:endParaRPr lang="en-MY" sz="500" b="1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4116497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25E9A521-94E3-89E1-57C3-5993F10BEA53}"/>
              </a:ext>
            </a:extLst>
          </p:cNvPr>
          <p:cNvSpPr txBox="1"/>
          <p:nvPr/>
        </p:nvSpPr>
        <p:spPr>
          <a:xfrm>
            <a:off x="8002030" y="3134002"/>
            <a:ext cx="456009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>
                <a:highlight>
                  <a:srgbClr val="FFFF00"/>
                </a:highlight>
              </a:rPr>
              <a:t>CEO MAIJ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C2A205B-C684-EFFA-CBEC-6D4B19E15796}"/>
              </a:ext>
            </a:extLst>
          </p:cNvPr>
          <p:cNvSpPr txBox="1"/>
          <p:nvPr/>
        </p:nvSpPr>
        <p:spPr>
          <a:xfrm>
            <a:off x="8002031" y="2980230"/>
            <a:ext cx="447914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>
                <a:highlight>
                  <a:srgbClr val="FFFF00"/>
                </a:highlight>
              </a:rPr>
              <a:t>CEO JSW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8A36FAF-7E1D-5EA3-A9B7-3C1CCA8FF523}"/>
              </a:ext>
            </a:extLst>
          </p:cNvPr>
          <p:cNvSpPr txBox="1"/>
          <p:nvPr/>
        </p:nvSpPr>
        <p:spPr>
          <a:xfrm>
            <a:off x="8002031" y="2844322"/>
            <a:ext cx="61785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>
                <a:highlight>
                  <a:srgbClr val="FFFF00"/>
                </a:highlight>
              </a:rPr>
              <a:t>CEO YPJH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B158EC0-70EE-8BEA-CC8C-503F0B3BD61B}"/>
              </a:ext>
            </a:extLst>
          </p:cNvPr>
          <p:cNvSpPr txBox="1"/>
          <p:nvPr/>
        </p:nvSpPr>
        <p:spPr>
          <a:xfrm>
            <a:off x="8002031" y="2694619"/>
            <a:ext cx="61785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>
                <a:highlight>
                  <a:srgbClr val="FFFF00"/>
                </a:highlight>
              </a:rPr>
              <a:t>PB YPJ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D543174-42E0-3D32-C472-146129A3A497}"/>
              </a:ext>
            </a:extLst>
          </p:cNvPr>
          <p:cNvSpPr txBox="1"/>
          <p:nvPr/>
        </p:nvSpPr>
        <p:spPr>
          <a:xfrm>
            <a:off x="8004412" y="2526860"/>
            <a:ext cx="726838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>
                <a:highlight>
                  <a:srgbClr val="FFFF00"/>
                </a:highlight>
              </a:rPr>
              <a:t>PU PIJH SDN BHD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709E066-DB35-0024-B1E9-FA62279BDD2D}"/>
              </a:ext>
            </a:extLst>
          </p:cNvPr>
          <p:cNvSpPr txBox="1"/>
          <p:nvPr/>
        </p:nvSpPr>
        <p:spPr>
          <a:xfrm>
            <a:off x="8014257" y="2269150"/>
            <a:ext cx="61785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>
                <a:highlight>
                  <a:srgbClr val="FFFF00"/>
                </a:highlight>
              </a:rPr>
              <a:t>CE PDT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A053B84-2EA2-AE0B-0BDA-15AE42785BC5}"/>
              </a:ext>
            </a:extLst>
          </p:cNvPr>
          <p:cNvSpPr txBox="1"/>
          <p:nvPr/>
        </p:nvSpPr>
        <p:spPr>
          <a:xfrm>
            <a:off x="8014258" y="2128043"/>
            <a:ext cx="61785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>
                <a:highlight>
                  <a:srgbClr val="FFFF00"/>
                </a:highlight>
              </a:rPr>
              <a:t>PB PIJ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079A1BA-AEEC-C96F-C091-9758D9DB299E}"/>
              </a:ext>
            </a:extLst>
          </p:cNvPr>
          <p:cNvSpPr txBox="1"/>
          <p:nvPr/>
        </p:nvSpPr>
        <p:spPr>
          <a:xfrm>
            <a:off x="8010841" y="1969809"/>
            <a:ext cx="61785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>
                <a:highlight>
                  <a:srgbClr val="FFFF00"/>
                </a:highlight>
              </a:rPr>
              <a:t>CEO KPRJ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FCF80CE-C848-7D89-D6FD-D9113408E8EF}"/>
              </a:ext>
            </a:extLst>
          </p:cNvPr>
          <p:cNvSpPr txBox="1"/>
          <p:nvPr/>
        </p:nvSpPr>
        <p:spPr>
          <a:xfrm>
            <a:off x="8010841" y="1821335"/>
            <a:ext cx="61785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>
                <a:highlight>
                  <a:srgbClr val="FFFF00"/>
                </a:highlight>
              </a:rPr>
              <a:t>PE PUJB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8AD3C5E-8C3C-ED0D-4B55-C944E2B4B6E9}"/>
              </a:ext>
            </a:extLst>
          </p:cNvPr>
          <p:cNvSpPr txBox="1"/>
          <p:nvPr/>
        </p:nvSpPr>
        <p:spPr>
          <a:xfrm>
            <a:off x="8012904" y="1667051"/>
            <a:ext cx="831851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>
                <a:highlight>
                  <a:srgbClr val="FFFF00"/>
                </a:highlight>
              </a:rPr>
              <a:t>PB YPJ HLDGS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E85DBBC-58EA-48E8-1F66-E02BD99BE0F5}"/>
              </a:ext>
            </a:extLst>
          </p:cNvPr>
          <p:cNvSpPr txBox="1"/>
          <p:nvPr/>
        </p:nvSpPr>
        <p:spPr>
          <a:xfrm>
            <a:off x="8010841" y="1409955"/>
            <a:ext cx="61785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>
                <a:highlight>
                  <a:srgbClr val="FFFF00"/>
                </a:highlight>
              </a:rPr>
              <a:t>PB JBIOTECH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E8C5CBB-94B8-281B-F990-7FE388A97388}"/>
              </a:ext>
            </a:extLst>
          </p:cNvPr>
          <p:cNvSpPr txBox="1"/>
          <p:nvPr/>
        </p:nvSpPr>
        <p:spPr>
          <a:xfrm>
            <a:off x="8010841" y="1260632"/>
            <a:ext cx="61785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>
                <a:highlight>
                  <a:srgbClr val="FFFF00"/>
                </a:highlight>
              </a:rPr>
              <a:t>CE PKPJ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FF8E15A-76F4-0729-2494-A7CD6A1A8821}"/>
              </a:ext>
            </a:extLst>
          </p:cNvPr>
          <p:cNvSpPr txBox="1"/>
          <p:nvPr/>
        </p:nvSpPr>
        <p:spPr>
          <a:xfrm>
            <a:off x="8010841" y="1107765"/>
            <a:ext cx="1114904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>
                <a:highlight>
                  <a:srgbClr val="FFFF00"/>
                </a:highlight>
              </a:rPr>
              <a:t>CEO  KPYPJ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C3996A4-1D4E-F858-AF29-771FFFBFC4BE}"/>
              </a:ext>
            </a:extLst>
          </p:cNvPr>
          <p:cNvSpPr txBox="1"/>
          <p:nvPr/>
        </p:nvSpPr>
        <p:spPr>
          <a:xfrm>
            <a:off x="8010841" y="958686"/>
            <a:ext cx="799784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>
                <a:highlight>
                  <a:srgbClr val="FFFF00"/>
                </a:highlight>
              </a:rPr>
              <a:t>CEO INVEST JOHOR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07ABDDD-4202-B055-2C66-D0836A6EC2FD}"/>
              </a:ext>
            </a:extLst>
          </p:cNvPr>
          <p:cNvSpPr txBox="1"/>
          <p:nvPr/>
        </p:nvSpPr>
        <p:spPr>
          <a:xfrm>
            <a:off x="8010841" y="808895"/>
            <a:ext cx="61785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>
                <a:highlight>
                  <a:srgbClr val="FFFF00"/>
                </a:highlight>
              </a:rPr>
              <a:t>CEO PAJ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2ABF1D3-3094-BAF8-36F1-EC9FFC5637CE}"/>
              </a:ext>
            </a:extLst>
          </p:cNvPr>
          <p:cNvSpPr txBox="1"/>
          <p:nvPr/>
        </p:nvSpPr>
        <p:spPr>
          <a:xfrm>
            <a:off x="8010763" y="6215339"/>
            <a:ext cx="476807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>
                <a:highlight>
                  <a:srgbClr val="FFFF00"/>
                </a:highlight>
              </a:rPr>
              <a:t>DO KULAI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3AC31D0-A3DF-B5F9-8E9C-8C29DF3ACDBE}"/>
              </a:ext>
            </a:extLst>
          </p:cNvPr>
          <p:cNvSpPr txBox="1"/>
          <p:nvPr/>
        </p:nvSpPr>
        <p:spPr>
          <a:xfrm>
            <a:off x="8007588" y="6068118"/>
            <a:ext cx="617857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>
                <a:highlight>
                  <a:srgbClr val="FFFF00"/>
                </a:highlight>
              </a:rPr>
              <a:t>DO TANGKAK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087F99E-619E-6D07-C1DD-50D89C686546}"/>
              </a:ext>
            </a:extLst>
          </p:cNvPr>
          <p:cNvSpPr txBox="1"/>
          <p:nvPr/>
        </p:nvSpPr>
        <p:spPr>
          <a:xfrm>
            <a:off x="8007589" y="5916134"/>
            <a:ext cx="65540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>
                <a:highlight>
                  <a:srgbClr val="FFFF00"/>
                </a:highlight>
              </a:rPr>
              <a:t>DO MERSING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9F725CF-0FE8-D685-CFCA-E838F686B9E6}"/>
              </a:ext>
            </a:extLst>
          </p:cNvPr>
          <p:cNvSpPr txBox="1"/>
          <p:nvPr/>
        </p:nvSpPr>
        <p:spPr>
          <a:xfrm>
            <a:off x="8007588" y="5769606"/>
            <a:ext cx="691119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>
                <a:highlight>
                  <a:srgbClr val="FFFF00"/>
                </a:highlight>
              </a:rPr>
              <a:t>DO K. TINGGI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98CEF20-3954-D5A9-9216-ED3003800950}"/>
              </a:ext>
            </a:extLst>
          </p:cNvPr>
          <p:cNvSpPr txBox="1"/>
          <p:nvPr/>
        </p:nvSpPr>
        <p:spPr>
          <a:xfrm>
            <a:off x="8009970" y="5620897"/>
            <a:ext cx="61785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>
                <a:highlight>
                  <a:srgbClr val="FFFF00"/>
                </a:highlight>
              </a:rPr>
              <a:t>DO PONTIAN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A7BA0A8-7540-F412-D64E-A2AF470ED462}"/>
              </a:ext>
            </a:extLst>
          </p:cNvPr>
          <p:cNvSpPr txBox="1"/>
          <p:nvPr/>
        </p:nvSpPr>
        <p:spPr>
          <a:xfrm>
            <a:off x="8010290" y="5356837"/>
            <a:ext cx="61785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>
                <a:highlight>
                  <a:srgbClr val="FFFF00"/>
                </a:highlight>
              </a:rPr>
              <a:t>DO KLUANG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9BA8E84-DDA1-81C7-7EA1-9DD0E2DD6CDC}"/>
              </a:ext>
            </a:extLst>
          </p:cNvPr>
          <p:cNvSpPr txBox="1"/>
          <p:nvPr/>
        </p:nvSpPr>
        <p:spPr>
          <a:xfrm>
            <a:off x="8016641" y="5203030"/>
            <a:ext cx="61785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>
                <a:highlight>
                  <a:srgbClr val="FFFF00"/>
                </a:highlight>
              </a:rPr>
              <a:t>DO SEGAMAT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5B4BD58-F45E-DFC3-9651-217D754330DA}"/>
              </a:ext>
            </a:extLst>
          </p:cNvPr>
          <p:cNvSpPr txBox="1"/>
          <p:nvPr/>
        </p:nvSpPr>
        <p:spPr>
          <a:xfrm>
            <a:off x="8019574" y="5057496"/>
            <a:ext cx="61785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>
                <a:highlight>
                  <a:srgbClr val="FFFF00"/>
                </a:highlight>
              </a:rPr>
              <a:t>DO B. PAHAT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23D44C6-D867-8DA8-34C8-B6D2AC5B4880}"/>
              </a:ext>
            </a:extLst>
          </p:cNvPr>
          <p:cNvSpPr txBox="1"/>
          <p:nvPr/>
        </p:nvSpPr>
        <p:spPr>
          <a:xfrm>
            <a:off x="8019574" y="4902672"/>
            <a:ext cx="61785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>
                <a:highlight>
                  <a:srgbClr val="FFFF00"/>
                </a:highlight>
              </a:rPr>
              <a:t>DO MUAR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95B5B8E-779E-5681-C627-76A3B2EAEAE0}"/>
              </a:ext>
            </a:extLst>
          </p:cNvPr>
          <p:cNvSpPr txBox="1"/>
          <p:nvPr/>
        </p:nvSpPr>
        <p:spPr>
          <a:xfrm>
            <a:off x="8021637" y="4748388"/>
            <a:ext cx="831851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>
                <a:highlight>
                  <a:srgbClr val="FFFF00"/>
                </a:highlight>
              </a:rPr>
              <a:t>MBPG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D26D7A6-DEA5-7092-EDE8-D1401A8F3B25}"/>
              </a:ext>
            </a:extLst>
          </p:cNvPr>
          <p:cNvSpPr txBox="1"/>
          <p:nvPr/>
        </p:nvSpPr>
        <p:spPr>
          <a:xfrm>
            <a:off x="8019574" y="4497642"/>
            <a:ext cx="61785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>
                <a:highlight>
                  <a:srgbClr val="FFFF00"/>
                </a:highlight>
              </a:rPr>
              <a:t>MBIP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AF0E10A-3766-D4CD-A97B-851BE68ECB1C}"/>
              </a:ext>
            </a:extLst>
          </p:cNvPr>
          <p:cNvSpPr txBox="1"/>
          <p:nvPr/>
        </p:nvSpPr>
        <p:spPr>
          <a:xfrm>
            <a:off x="8019574" y="4348319"/>
            <a:ext cx="61785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>
                <a:highlight>
                  <a:srgbClr val="FFFF00"/>
                </a:highlight>
              </a:rPr>
              <a:t>MBJB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2253C84-26FC-99BF-E9EB-A6B7AD0E256F}"/>
              </a:ext>
            </a:extLst>
          </p:cNvPr>
          <p:cNvSpPr txBox="1"/>
          <p:nvPr/>
        </p:nvSpPr>
        <p:spPr>
          <a:xfrm>
            <a:off x="8019574" y="4193070"/>
            <a:ext cx="350682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>
                <a:highlight>
                  <a:srgbClr val="FFFF00"/>
                </a:highlight>
              </a:rPr>
              <a:t>DO JB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4B1914C-83D1-01EC-ADEF-DE6F2AB968BF}"/>
              </a:ext>
            </a:extLst>
          </p:cNvPr>
          <p:cNvSpPr txBox="1"/>
          <p:nvPr/>
        </p:nvSpPr>
        <p:spPr>
          <a:xfrm>
            <a:off x="8014809" y="4040027"/>
            <a:ext cx="61785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>
                <a:highlight>
                  <a:srgbClr val="FFFF00"/>
                </a:highlight>
              </a:rPr>
              <a:t>JAINJ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ABC6CA9-59C4-6FD1-E996-3CBD3923C468}"/>
              </a:ext>
            </a:extLst>
          </p:cNvPr>
          <p:cNvSpPr txBox="1"/>
          <p:nvPr/>
        </p:nvSpPr>
        <p:spPr>
          <a:xfrm>
            <a:off x="8014809" y="3890235"/>
            <a:ext cx="61785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>
                <a:highlight>
                  <a:srgbClr val="FFFF00"/>
                </a:highlight>
              </a:rPr>
              <a:t>PTG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D58C2A-05BA-4760-B542-40071F7EC02D}"/>
              </a:ext>
            </a:extLst>
          </p:cNvPr>
          <p:cNvSpPr txBox="1"/>
          <p:nvPr/>
        </p:nvSpPr>
        <p:spPr>
          <a:xfrm>
            <a:off x="7586105" y="6220523"/>
            <a:ext cx="617857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>
                <a:highlight>
                  <a:srgbClr val="FFFF00"/>
                </a:highlight>
              </a:rPr>
              <a:t>LANDSKAP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C24811-4CE6-B2D0-E61D-3177856A1E87}"/>
              </a:ext>
            </a:extLst>
          </p:cNvPr>
          <p:cNvSpPr txBox="1"/>
          <p:nvPr/>
        </p:nvSpPr>
        <p:spPr>
          <a:xfrm>
            <a:off x="7586106" y="6068539"/>
            <a:ext cx="65540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>
                <a:highlight>
                  <a:srgbClr val="FFFF00"/>
                </a:highlight>
              </a:rPr>
              <a:t>MSN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88D41B-E99A-C955-E38B-B46482D41299}"/>
              </a:ext>
            </a:extLst>
          </p:cNvPr>
          <p:cNvSpPr txBox="1"/>
          <p:nvPr/>
        </p:nvSpPr>
        <p:spPr>
          <a:xfrm>
            <a:off x="7586105" y="5922011"/>
            <a:ext cx="691119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>
                <a:highlight>
                  <a:srgbClr val="FFFF00"/>
                </a:highlight>
              </a:rPr>
              <a:t>YWJ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9C2A75-F24A-76E4-69A9-ACE01017816B}"/>
              </a:ext>
            </a:extLst>
          </p:cNvPr>
          <p:cNvSpPr txBox="1"/>
          <p:nvPr/>
        </p:nvSpPr>
        <p:spPr>
          <a:xfrm>
            <a:off x="7588487" y="5773302"/>
            <a:ext cx="61785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>
                <a:highlight>
                  <a:srgbClr val="FFFF00"/>
                </a:highlight>
              </a:rPr>
              <a:t>KSUS MB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3F41DB-7BC9-175A-95FD-E046DF5CA6C7}"/>
              </a:ext>
            </a:extLst>
          </p:cNvPr>
          <p:cNvSpPr txBox="1"/>
          <p:nvPr/>
        </p:nvSpPr>
        <p:spPr>
          <a:xfrm>
            <a:off x="7588807" y="5611635"/>
            <a:ext cx="61785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>
                <a:highlight>
                  <a:srgbClr val="FFFF00"/>
                </a:highlight>
              </a:rPr>
              <a:t>SUB BKP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D4B408-6FF3-1DF1-5B68-6E031E14C2E7}"/>
              </a:ext>
            </a:extLst>
          </p:cNvPr>
          <p:cNvSpPr txBox="1"/>
          <p:nvPr/>
        </p:nvSpPr>
        <p:spPr>
          <a:xfrm>
            <a:off x="7595158" y="5355435"/>
            <a:ext cx="61785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>
                <a:highlight>
                  <a:srgbClr val="FFFF00"/>
                </a:highlight>
              </a:rPr>
              <a:t>SUB PMNTN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29A458-D9E3-C41C-6B50-29804B9228EF}"/>
              </a:ext>
            </a:extLst>
          </p:cNvPr>
          <p:cNvSpPr txBox="1"/>
          <p:nvPr/>
        </p:nvSpPr>
        <p:spPr>
          <a:xfrm>
            <a:off x="7598091" y="5209901"/>
            <a:ext cx="61785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>
                <a:highlight>
                  <a:srgbClr val="FFFF00"/>
                </a:highlight>
              </a:rPr>
              <a:t>SUB BPEN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84C8E2-D039-6FD1-3595-35F150024187}"/>
              </a:ext>
            </a:extLst>
          </p:cNvPr>
          <p:cNvSpPr txBox="1"/>
          <p:nvPr/>
        </p:nvSpPr>
        <p:spPr>
          <a:xfrm>
            <a:off x="7598091" y="5055077"/>
            <a:ext cx="61785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>
                <a:highlight>
                  <a:srgbClr val="FFFF00"/>
                </a:highlight>
              </a:rPr>
              <a:t>SUB KT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ADDC49-EC00-A0F0-6709-67D6EB3DFA42}"/>
              </a:ext>
            </a:extLst>
          </p:cNvPr>
          <p:cNvSpPr txBox="1"/>
          <p:nvPr/>
        </p:nvSpPr>
        <p:spPr>
          <a:xfrm>
            <a:off x="7600154" y="4900793"/>
            <a:ext cx="831851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>
                <a:highlight>
                  <a:srgbClr val="FFFF00"/>
                </a:highlight>
              </a:rPr>
              <a:t>ICT @ JOHOR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6AF0B7-F4FB-5B64-718B-9B6C41ECE729}"/>
              </a:ext>
            </a:extLst>
          </p:cNvPr>
          <p:cNvSpPr txBox="1"/>
          <p:nvPr/>
        </p:nvSpPr>
        <p:spPr>
          <a:xfrm>
            <a:off x="7598091" y="4752440"/>
            <a:ext cx="61785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>
                <a:highlight>
                  <a:srgbClr val="FFFF00"/>
                </a:highlight>
              </a:rPr>
              <a:t>SUB BPSM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0F209CC-AB9A-A092-9FCA-F6AF8881EF94}"/>
              </a:ext>
            </a:extLst>
          </p:cNvPr>
          <p:cNvSpPr txBox="1"/>
          <p:nvPr/>
        </p:nvSpPr>
        <p:spPr>
          <a:xfrm>
            <a:off x="7598091" y="4495964"/>
            <a:ext cx="61785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>
                <a:highlight>
                  <a:srgbClr val="FFFF00"/>
                </a:highlight>
              </a:rPr>
              <a:t>TOURISM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56C814-CE7D-E88A-48C5-28D0F6D2D64A}"/>
              </a:ext>
            </a:extLst>
          </p:cNvPr>
          <p:cNvSpPr txBox="1"/>
          <p:nvPr/>
        </p:nvSpPr>
        <p:spPr>
          <a:xfrm>
            <a:off x="7598091" y="4181165"/>
            <a:ext cx="50530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>
                <a:highlight>
                  <a:srgbClr val="FFFF00"/>
                </a:highlight>
              </a:rPr>
              <a:t>JURUTULIS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EBF09B-4E1A-7C4D-6F48-8C9048FA927D}"/>
              </a:ext>
            </a:extLst>
          </p:cNvPr>
          <p:cNvSpPr txBox="1"/>
          <p:nvPr/>
        </p:nvSpPr>
        <p:spPr>
          <a:xfrm>
            <a:off x="7598091" y="4040027"/>
            <a:ext cx="61785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>
                <a:highlight>
                  <a:srgbClr val="FFFF00"/>
                </a:highlight>
              </a:rPr>
              <a:t>P.BIJAYA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1020E1-92BC-00F2-E1AE-7451B46FE72F}"/>
              </a:ext>
            </a:extLst>
          </p:cNvPr>
          <p:cNvSpPr txBox="1"/>
          <p:nvPr/>
        </p:nvSpPr>
        <p:spPr>
          <a:xfrm>
            <a:off x="7598091" y="3890235"/>
            <a:ext cx="61785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>
                <a:highlight>
                  <a:srgbClr val="FFFF00"/>
                </a:highlight>
              </a:rPr>
              <a:t>BENDAHARI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D150F9F-39D3-E51E-B2D0-542692F3C693}"/>
              </a:ext>
            </a:extLst>
          </p:cNvPr>
          <p:cNvSpPr txBox="1"/>
          <p:nvPr/>
        </p:nvSpPr>
        <p:spPr>
          <a:xfrm>
            <a:off x="7575775" y="2986361"/>
            <a:ext cx="456009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>
                <a:highlight>
                  <a:srgbClr val="FFFF00"/>
                </a:highlight>
              </a:rPr>
              <a:t>PB USMI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8B7AFD8-1A04-0C1A-92F6-7622F10B2BAD}"/>
              </a:ext>
            </a:extLst>
          </p:cNvPr>
          <p:cNvSpPr txBox="1"/>
          <p:nvPr/>
        </p:nvSpPr>
        <p:spPr>
          <a:xfrm>
            <a:off x="7575775" y="2832589"/>
            <a:ext cx="49904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>
                <a:highlight>
                  <a:srgbClr val="FFFF00"/>
                </a:highlight>
              </a:rPr>
              <a:t>CEO YPKDT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2001502-3FFB-0419-81DF-8CA793473EA6}"/>
              </a:ext>
            </a:extLst>
          </p:cNvPr>
          <p:cNvSpPr txBox="1"/>
          <p:nvPr/>
        </p:nvSpPr>
        <p:spPr>
          <a:xfrm>
            <a:off x="7577059" y="3139666"/>
            <a:ext cx="61785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>
                <a:highlight>
                  <a:srgbClr val="FFFF00"/>
                </a:highlight>
              </a:rPr>
              <a:t>P IDO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541D1BD-C8DA-89EE-AFED-E1B17036102D}"/>
              </a:ext>
            </a:extLst>
          </p:cNvPr>
          <p:cNvSpPr txBox="1"/>
          <p:nvPr/>
        </p:nvSpPr>
        <p:spPr>
          <a:xfrm>
            <a:off x="7575776" y="2699376"/>
            <a:ext cx="61785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>
                <a:highlight>
                  <a:srgbClr val="FFFF00"/>
                </a:highlight>
              </a:rPr>
              <a:t>YDP MUAR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44B85D5-EA9A-4BF2-6DF8-E762E03D5AF0}"/>
              </a:ext>
            </a:extLst>
          </p:cNvPr>
          <p:cNvSpPr txBox="1"/>
          <p:nvPr/>
        </p:nvSpPr>
        <p:spPr>
          <a:xfrm>
            <a:off x="7575776" y="2526855"/>
            <a:ext cx="726838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>
                <a:highlight>
                  <a:srgbClr val="FFFF00"/>
                </a:highlight>
              </a:rPr>
              <a:t>YDP B.PAHAT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F192FFF-2AA9-0F3F-1C10-0E09DD0418EF}"/>
              </a:ext>
            </a:extLst>
          </p:cNvPr>
          <p:cNvSpPr txBox="1"/>
          <p:nvPr/>
        </p:nvSpPr>
        <p:spPr>
          <a:xfrm>
            <a:off x="7588002" y="2273907"/>
            <a:ext cx="61785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>
                <a:highlight>
                  <a:srgbClr val="FFFF00"/>
                </a:highlight>
              </a:rPr>
              <a:t>YDP  KLUANG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7D91B9C-FDCF-D52A-3A70-5E551241CA87}"/>
              </a:ext>
            </a:extLst>
          </p:cNvPr>
          <p:cNvSpPr txBox="1"/>
          <p:nvPr/>
        </p:nvSpPr>
        <p:spPr>
          <a:xfrm>
            <a:off x="7588003" y="2132800"/>
            <a:ext cx="61785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>
                <a:highlight>
                  <a:srgbClr val="FFFF00"/>
                </a:highlight>
              </a:rPr>
              <a:t>YDP KULAI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E9A610-34EA-4323-82F8-FFE7E786D058}"/>
              </a:ext>
            </a:extLst>
          </p:cNvPr>
          <p:cNvSpPr txBox="1"/>
          <p:nvPr/>
        </p:nvSpPr>
        <p:spPr>
          <a:xfrm>
            <a:off x="7584586" y="1974566"/>
            <a:ext cx="61785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>
                <a:highlight>
                  <a:srgbClr val="FFFF00"/>
                </a:highlight>
              </a:rPr>
              <a:t>YDP SEGAMAT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FAAAA96-6BF0-BDCB-FCB3-9E83C726C1D0}"/>
              </a:ext>
            </a:extLst>
          </p:cNvPr>
          <p:cNvSpPr txBox="1"/>
          <p:nvPr/>
        </p:nvSpPr>
        <p:spPr>
          <a:xfrm>
            <a:off x="7584586" y="1826092"/>
            <a:ext cx="61785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>
                <a:highlight>
                  <a:srgbClr val="FFFF00"/>
                </a:highlight>
              </a:rPr>
              <a:t>YDP  P’GERANG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948C1FE-9B3C-54D3-CB69-E8DB06441DAB}"/>
              </a:ext>
            </a:extLst>
          </p:cNvPr>
          <p:cNvSpPr txBox="1"/>
          <p:nvPr/>
        </p:nvSpPr>
        <p:spPr>
          <a:xfrm>
            <a:off x="7586649" y="1671808"/>
            <a:ext cx="831851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>
                <a:highlight>
                  <a:srgbClr val="FFFF00"/>
                </a:highlight>
              </a:rPr>
              <a:t>YDP PONTIAN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B1258A2-A5A0-C0D8-B391-1410ADAC8D64}"/>
              </a:ext>
            </a:extLst>
          </p:cNvPr>
          <p:cNvSpPr txBox="1"/>
          <p:nvPr/>
        </p:nvSpPr>
        <p:spPr>
          <a:xfrm>
            <a:off x="7584586" y="1414712"/>
            <a:ext cx="61785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>
                <a:highlight>
                  <a:srgbClr val="FFFF00"/>
                </a:highlight>
              </a:rPr>
              <a:t>YDP TANGKAK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BEF752B-7868-E96C-7C37-27F8A670EE10}"/>
              </a:ext>
            </a:extLst>
          </p:cNvPr>
          <p:cNvSpPr txBox="1"/>
          <p:nvPr/>
        </p:nvSpPr>
        <p:spPr>
          <a:xfrm>
            <a:off x="7584586" y="1265389"/>
            <a:ext cx="61785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>
                <a:highlight>
                  <a:srgbClr val="FFFF00"/>
                </a:highlight>
              </a:rPr>
              <a:t>YDP Y.PENG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76F1125-EE34-20FE-6471-679F7E12B2A2}"/>
              </a:ext>
            </a:extLst>
          </p:cNvPr>
          <p:cNvSpPr txBox="1"/>
          <p:nvPr/>
        </p:nvSpPr>
        <p:spPr>
          <a:xfrm>
            <a:off x="7584586" y="1112522"/>
            <a:ext cx="1114904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>
                <a:highlight>
                  <a:srgbClr val="FFFF00"/>
                </a:highlight>
              </a:rPr>
              <a:t>YDP S.RGGM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A993D0F-DF41-25A9-3A60-FA69E8839684}"/>
              </a:ext>
            </a:extLst>
          </p:cNvPr>
          <p:cNvSpPr txBox="1"/>
          <p:nvPr/>
        </p:nvSpPr>
        <p:spPr>
          <a:xfrm>
            <a:off x="7584586" y="963443"/>
            <a:ext cx="799784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>
                <a:highlight>
                  <a:srgbClr val="FFFF00"/>
                </a:highlight>
              </a:rPr>
              <a:t>YDP LABIS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6A86B03-2544-519D-2666-23E2DEB47C37}"/>
              </a:ext>
            </a:extLst>
          </p:cNvPr>
          <p:cNvSpPr txBox="1"/>
          <p:nvPr/>
        </p:nvSpPr>
        <p:spPr>
          <a:xfrm>
            <a:off x="7584586" y="813652"/>
            <a:ext cx="61785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>
                <a:highlight>
                  <a:srgbClr val="FFFF00"/>
                </a:highlight>
              </a:rPr>
              <a:t>YDP K.TINGGI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8F4B56E-8308-0AE5-D216-DC77AD3CD8E0}"/>
              </a:ext>
            </a:extLst>
          </p:cNvPr>
          <p:cNvSpPr txBox="1"/>
          <p:nvPr/>
        </p:nvSpPr>
        <p:spPr>
          <a:xfrm>
            <a:off x="7598087" y="4345943"/>
            <a:ext cx="61785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>
                <a:highlight>
                  <a:srgbClr val="FFFF00"/>
                </a:highlight>
              </a:rPr>
              <a:t>BAKAJ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BEC4CF7-848F-B8BA-C917-28FF0B763D03}"/>
              </a:ext>
            </a:extLst>
          </p:cNvPr>
          <p:cNvSpPr txBox="1"/>
          <p:nvPr/>
        </p:nvSpPr>
        <p:spPr>
          <a:xfrm>
            <a:off x="7144150" y="6068539"/>
            <a:ext cx="65540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>
                <a:highlight>
                  <a:srgbClr val="FFFF00"/>
                </a:highlight>
              </a:rPr>
              <a:t>PTD KULAI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A41F464-0554-2AE2-8C64-A28C8499C611}"/>
              </a:ext>
            </a:extLst>
          </p:cNvPr>
          <p:cNvSpPr txBox="1"/>
          <p:nvPr/>
        </p:nvSpPr>
        <p:spPr>
          <a:xfrm>
            <a:off x="7144149" y="5922011"/>
            <a:ext cx="691119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>
                <a:highlight>
                  <a:srgbClr val="FFFF00"/>
                </a:highlight>
              </a:rPr>
              <a:t>PTD TANGKAK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222B838-5980-32E0-A789-91763E520817}"/>
              </a:ext>
            </a:extLst>
          </p:cNvPr>
          <p:cNvSpPr txBox="1"/>
          <p:nvPr/>
        </p:nvSpPr>
        <p:spPr>
          <a:xfrm>
            <a:off x="7146531" y="5773302"/>
            <a:ext cx="61785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>
                <a:highlight>
                  <a:srgbClr val="FFFF00"/>
                </a:highlight>
              </a:rPr>
              <a:t>PTD MERSING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3784A57-542F-B4F8-2223-31C570F6297E}"/>
              </a:ext>
            </a:extLst>
          </p:cNvPr>
          <p:cNvSpPr txBox="1"/>
          <p:nvPr/>
        </p:nvSpPr>
        <p:spPr>
          <a:xfrm>
            <a:off x="7146851" y="5611635"/>
            <a:ext cx="61785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>
                <a:highlight>
                  <a:srgbClr val="FFFF00"/>
                </a:highlight>
              </a:rPr>
              <a:t>PTD K.TINGGI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771124F-3CA7-FC46-A351-589ACEF98E22}"/>
              </a:ext>
            </a:extLst>
          </p:cNvPr>
          <p:cNvSpPr txBox="1"/>
          <p:nvPr/>
        </p:nvSpPr>
        <p:spPr>
          <a:xfrm>
            <a:off x="7153202" y="5355435"/>
            <a:ext cx="61785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>
                <a:highlight>
                  <a:srgbClr val="FFFF00"/>
                </a:highlight>
              </a:rPr>
              <a:t>PTD PONTIAN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3396AEA-B04B-3BDC-56EE-D7EBC84E0CA4}"/>
              </a:ext>
            </a:extLst>
          </p:cNvPr>
          <p:cNvSpPr txBox="1"/>
          <p:nvPr/>
        </p:nvSpPr>
        <p:spPr>
          <a:xfrm>
            <a:off x="7156135" y="5209901"/>
            <a:ext cx="61785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>
                <a:highlight>
                  <a:srgbClr val="FFFF00"/>
                </a:highlight>
              </a:rPr>
              <a:t>PTD KLUANG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F1D985C-E0D7-64E9-7723-852EEF4DE703}"/>
              </a:ext>
            </a:extLst>
          </p:cNvPr>
          <p:cNvSpPr txBox="1"/>
          <p:nvPr/>
        </p:nvSpPr>
        <p:spPr>
          <a:xfrm>
            <a:off x="7156135" y="5055077"/>
            <a:ext cx="61785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>
                <a:highlight>
                  <a:srgbClr val="FFFF00"/>
                </a:highlight>
              </a:rPr>
              <a:t>PTD SEGAMAT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3FFCCD3-3C18-1C55-5738-C2081219751D}"/>
              </a:ext>
            </a:extLst>
          </p:cNvPr>
          <p:cNvSpPr txBox="1"/>
          <p:nvPr/>
        </p:nvSpPr>
        <p:spPr>
          <a:xfrm>
            <a:off x="7158198" y="4900793"/>
            <a:ext cx="831851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>
                <a:highlight>
                  <a:srgbClr val="FFFF00"/>
                </a:highlight>
              </a:rPr>
              <a:t>PTD B. PAHAT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27E62E3-1A24-5A16-3DD7-13337D0186B9}"/>
              </a:ext>
            </a:extLst>
          </p:cNvPr>
          <p:cNvSpPr txBox="1"/>
          <p:nvPr/>
        </p:nvSpPr>
        <p:spPr>
          <a:xfrm>
            <a:off x="7156135" y="4752440"/>
            <a:ext cx="61785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>
                <a:highlight>
                  <a:srgbClr val="FFFF00"/>
                </a:highlight>
              </a:rPr>
              <a:t>PTD MUAR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7FEDB0F-49BC-50BC-22CA-D9F1F45B6187}"/>
              </a:ext>
            </a:extLst>
          </p:cNvPr>
          <p:cNvSpPr txBox="1"/>
          <p:nvPr/>
        </p:nvSpPr>
        <p:spPr>
          <a:xfrm>
            <a:off x="7156135" y="4495964"/>
            <a:ext cx="61785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>
                <a:highlight>
                  <a:srgbClr val="FFFF00"/>
                </a:highlight>
              </a:rPr>
              <a:t>PTD  JB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9288AAF-4E56-F014-5D03-FFA241DB926C}"/>
              </a:ext>
            </a:extLst>
          </p:cNvPr>
          <p:cNvSpPr txBox="1"/>
          <p:nvPr/>
        </p:nvSpPr>
        <p:spPr>
          <a:xfrm>
            <a:off x="7156135" y="4193070"/>
            <a:ext cx="50530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>
                <a:highlight>
                  <a:srgbClr val="FFFF00"/>
                </a:highlight>
              </a:rPr>
              <a:t>SU SPAJ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1621FF7-7527-24E0-955B-3B69773DA662}"/>
              </a:ext>
            </a:extLst>
          </p:cNvPr>
          <p:cNvSpPr txBox="1"/>
          <p:nvPr/>
        </p:nvSpPr>
        <p:spPr>
          <a:xfrm>
            <a:off x="7156135" y="4040027"/>
            <a:ext cx="61785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>
                <a:highlight>
                  <a:srgbClr val="FFFF00"/>
                </a:highlight>
              </a:rPr>
              <a:t>TMN NEGARA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E7EC24B-193D-663E-BA53-079FD5D9AB49}"/>
              </a:ext>
            </a:extLst>
          </p:cNvPr>
          <p:cNvSpPr txBox="1"/>
          <p:nvPr/>
        </p:nvSpPr>
        <p:spPr>
          <a:xfrm>
            <a:off x="7156135" y="3890235"/>
            <a:ext cx="61785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>
                <a:highlight>
                  <a:srgbClr val="FFFF00"/>
                </a:highlight>
              </a:rPr>
              <a:t>AUDIT DLM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039B7B5-C934-937B-65AA-E5EC5BF13011}"/>
              </a:ext>
            </a:extLst>
          </p:cNvPr>
          <p:cNvSpPr txBox="1"/>
          <p:nvPr/>
        </p:nvSpPr>
        <p:spPr>
          <a:xfrm>
            <a:off x="7156131" y="4345943"/>
            <a:ext cx="61785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>
                <a:highlight>
                  <a:srgbClr val="FFFF00"/>
                </a:highlight>
              </a:rPr>
              <a:t>SSI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48800F7-E934-C342-5327-1D6F0E583BB7}"/>
              </a:ext>
            </a:extLst>
          </p:cNvPr>
          <p:cNvSpPr txBox="1"/>
          <p:nvPr/>
        </p:nvSpPr>
        <p:spPr>
          <a:xfrm>
            <a:off x="7152962" y="3140022"/>
            <a:ext cx="61785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>
                <a:highlight>
                  <a:srgbClr val="FFFF00"/>
                </a:highlight>
              </a:rPr>
              <a:t>YDP MERSING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7702FA-7209-6051-2980-3BB06ACD2D09}"/>
              </a:ext>
            </a:extLst>
          </p:cNvPr>
          <p:cNvSpPr txBox="1"/>
          <p:nvPr/>
        </p:nvSpPr>
        <p:spPr>
          <a:xfrm>
            <a:off x="0" y="175018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u="sng" dirty="0">
                <a:highlight>
                  <a:srgbClr val="00FF00"/>
                </a:highlight>
              </a:rPr>
              <a:t>PELAN LANTAI</a:t>
            </a:r>
          </a:p>
          <a:p>
            <a:pPr algn="ctr"/>
            <a:r>
              <a:rPr lang="en-US" sz="1600" b="1" u="sng" dirty="0">
                <a:highlight>
                  <a:srgbClr val="00FF00"/>
                </a:highlight>
              </a:rPr>
              <a:t>MAJLIS AMANAT YB SETIAUSAHA KERAJAAN JOHOR</a:t>
            </a:r>
            <a:endParaRPr lang="en-MY" sz="1600" b="1" u="sng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3405109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CD4CC78-BCF2-D4C5-25CD-43A30423FF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" y="255494"/>
            <a:ext cx="12001500" cy="736898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CC02A36-A798-B4A7-F9A4-BB4EC5C0C84A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u="sng" dirty="0">
                <a:highlight>
                  <a:srgbClr val="00FF00"/>
                </a:highlight>
              </a:rPr>
              <a:t>PELAN LANTAI</a:t>
            </a:r>
          </a:p>
          <a:p>
            <a:pPr algn="ctr"/>
            <a:r>
              <a:rPr lang="en-US" sz="1600" b="1" u="sng" dirty="0">
                <a:highlight>
                  <a:srgbClr val="00FF00"/>
                </a:highlight>
              </a:rPr>
              <a:t>MAJLIS AMANAT YB SETIAUSAHA KERAJAAN JOHOR</a:t>
            </a:r>
            <a:endParaRPr lang="en-MY" sz="1600" b="1" u="sng" dirty="0">
              <a:highlight>
                <a:srgbClr val="00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1D257E-FE93-2280-630D-F46F12B89761}"/>
              </a:ext>
            </a:extLst>
          </p:cNvPr>
          <p:cNvSpPr txBox="1"/>
          <p:nvPr/>
        </p:nvSpPr>
        <p:spPr>
          <a:xfrm>
            <a:off x="9327475" y="4117675"/>
            <a:ext cx="61785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>
                <a:highlight>
                  <a:srgbClr val="FFFF00"/>
                </a:highlight>
              </a:rPr>
              <a:t>TSUK PBGN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16382A-DCC2-E3AA-BE3F-9B4A991A07E9}"/>
              </a:ext>
            </a:extLst>
          </p:cNvPr>
          <p:cNvSpPr txBox="1"/>
          <p:nvPr/>
        </p:nvSpPr>
        <p:spPr>
          <a:xfrm>
            <a:off x="9307175" y="3939987"/>
            <a:ext cx="61785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>
                <a:highlight>
                  <a:srgbClr val="FFFF00"/>
                </a:highlight>
              </a:rPr>
              <a:t>TSUK PMNTN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2C458E-F81C-FD8A-F771-8F054048E0C2}"/>
              </a:ext>
            </a:extLst>
          </p:cNvPr>
          <p:cNvSpPr txBox="1"/>
          <p:nvPr/>
        </p:nvSpPr>
        <p:spPr>
          <a:xfrm>
            <a:off x="9307175" y="3846937"/>
            <a:ext cx="61785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>
                <a:highlight>
                  <a:srgbClr val="FFFF00"/>
                </a:highlight>
              </a:rPr>
              <a:t>TSUK SBS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5714AF-495A-CC1C-7410-F1A1D741A533}"/>
              </a:ext>
            </a:extLst>
          </p:cNvPr>
          <p:cNvSpPr txBox="1"/>
          <p:nvPr/>
        </p:nvSpPr>
        <p:spPr>
          <a:xfrm>
            <a:off x="8274054" y="2204671"/>
            <a:ext cx="1095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1</a:t>
            </a:r>
            <a:endParaRPr lang="en-MY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E6D304-C661-A086-28BC-DCB5D91887A6}"/>
              </a:ext>
            </a:extLst>
          </p:cNvPr>
          <p:cNvSpPr txBox="1"/>
          <p:nvPr/>
        </p:nvSpPr>
        <p:spPr>
          <a:xfrm>
            <a:off x="8278813" y="1447421"/>
            <a:ext cx="1095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3</a:t>
            </a:r>
            <a:endParaRPr lang="en-MY" sz="1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FE5F47-59B7-4202-7D40-48D68648F11F}"/>
              </a:ext>
            </a:extLst>
          </p:cNvPr>
          <p:cNvSpPr txBox="1"/>
          <p:nvPr/>
        </p:nvSpPr>
        <p:spPr>
          <a:xfrm>
            <a:off x="8302620" y="628260"/>
            <a:ext cx="1095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5</a:t>
            </a:r>
            <a:endParaRPr lang="en-MY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827A638-BB0D-DD97-F7E4-5335784D3905}"/>
              </a:ext>
            </a:extLst>
          </p:cNvPr>
          <p:cNvSpPr txBox="1"/>
          <p:nvPr/>
        </p:nvSpPr>
        <p:spPr>
          <a:xfrm>
            <a:off x="8278812" y="4771680"/>
            <a:ext cx="1095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2</a:t>
            </a:r>
            <a:endParaRPr lang="en-MY" sz="1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5E6ED5E-8F8C-F875-0982-4927D3E7B875}"/>
              </a:ext>
            </a:extLst>
          </p:cNvPr>
          <p:cNvSpPr txBox="1"/>
          <p:nvPr/>
        </p:nvSpPr>
        <p:spPr>
          <a:xfrm>
            <a:off x="8278808" y="5543218"/>
            <a:ext cx="1095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4</a:t>
            </a:r>
            <a:endParaRPr lang="en-MY" sz="1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E9F0616-186F-DE83-507F-F3A13C2F2BA3}"/>
              </a:ext>
            </a:extLst>
          </p:cNvPr>
          <p:cNvSpPr txBox="1"/>
          <p:nvPr/>
        </p:nvSpPr>
        <p:spPr>
          <a:xfrm>
            <a:off x="7818118" y="2280542"/>
            <a:ext cx="332898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>
                <a:highlight>
                  <a:srgbClr val="FFFF00"/>
                </a:highlight>
              </a:rPr>
              <a:t>MBJB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F08AF55-9096-EE0B-A509-32C6BAE50B77}"/>
              </a:ext>
            </a:extLst>
          </p:cNvPr>
          <p:cNvSpPr txBox="1"/>
          <p:nvPr/>
        </p:nvSpPr>
        <p:spPr>
          <a:xfrm>
            <a:off x="7853037" y="2087181"/>
            <a:ext cx="43767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>
                <a:highlight>
                  <a:srgbClr val="FFFF00"/>
                </a:highlight>
              </a:rPr>
              <a:t>PU PIJH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F04BF3A-3FF4-5DC6-6FE8-62DE318D32A6}"/>
              </a:ext>
            </a:extLst>
          </p:cNvPr>
          <p:cNvSpPr txBox="1"/>
          <p:nvPr/>
        </p:nvSpPr>
        <p:spPr>
          <a:xfrm>
            <a:off x="7855429" y="2461659"/>
            <a:ext cx="43767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>
                <a:highlight>
                  <a:srgbClr val="FFFF00"/>
                </a:highlight>
              </a:rPr>
              <a:t>IRDA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194951F-6A72-FF15-32AC-C0332B6F98DF}"/>
              </a:ext>
            </a:extLst>
          </p:cNvPr>
          <p:cNvSpPr txBox="1"/>
          <p:nvPr/>
        </p:nvSpPr>
        <p:spPr>
          <a:xfrm>
            <a:off x="8118314" y="2021593"/>
            <a:ext cx="43767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>
                <a:highlight>
                  <a:srgbClr val="FFFF00"/>
                </a:highlight>
              </a:rPr>
              <a:t>PDT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51595E9-1706-1ADF-6948-4022B012C0C8}"/>
              </a:ext>
            </a:extLst>
          </p:cNvPr>
          <p:cNvSpPr txBox="1"/>
          <p:nvPr/>
        </p:nvSpPr>
        <p:spPr>
          <a:xfrm>
            <a:off x="8095782" y="2531286"/>
            <a:ext cx="43767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>
                <a:highlight>
                  <a:srgbClr val="FFFF00"/>
                </a:highlight>
              </a:rPr>
              <a:t>PB PIJ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60348C0-850F-BFDC-257D-75310B2C635D}"/>
              </a:ext>
            </a:extLst>
          </p:cNvPr>
          <p:cNvSpPr txBox="1"/>
          <p:nvPr/>
        </p:nvSpPr>
        <p:spPr>
          <a:xfrm>
            <a:off x="8337150" y="2095614"/>
            <a:ext cx="43767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>
                <a:highlight>
                  <a:srgbClr val="FFFF00"/>
                </a:highlight>
              </a:rPr>
              <a:t>PB YPJ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BC8508F-1EF8-D9E3-4A85-1F5047B333DB}"/>
              </a:ext>
            </a:extLst>
          </p:cNvPr>
          <p:cNvSpPr txBox="1"/>
          <p:nvPr/>
        </p:nvSpPr>
        <p:spPr>
          <a:xfrm>
            <a:off x="8355254" y="2462160"/>
            <a:ext cx="43767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>
                <a:highlight>
                  <a:srgbClr val="FFFF00"/>
                </a:highlight>
              </a:rPr>
              <a:t>MBIP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E07704F-0D23-A45D-21BE-7DD455204132}"/>
              </a:ext>
            </a:extLst>
          </p:cNvPr>
          <p:cNvSpPr txBox="1"/>
          <p:nvPr/>
        </p:nvSpPr>
        <p:spPr>
          <a:xfrm>
            <a:off x="8456432" y="2279091"/>
            <a:ext cx="43767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>
                <a:highlight>
                  <a:srgbClr val="FFFF00"/>
                </a:highlight>
              </a:rPr>
              <a:t>PTG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719CCC1-4FB7-2DCF-43DD-658FC429F98C}"/>
              </a:ext>
            </a:extLst>
          </p:cNvPr>
          <p:cNvSpPr txBox="1"/>
          <p:nvPr/>
        </p:nvSpPr>
        <p:spPr>
          <a:xfrm>
            <a:off x="7813348" y="4847558"/>
            <a:ext cx="365447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>
                <a:highlight>
                  <a:srgbClr val="FFFF00"/>
                </a:highlight>
              </a:rPr>
              <a:t>MBPG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8E1FB1D-D7B8-A88B-C645-63DBA5E26F94}"/>
              </a:ext>
            </a:extLst>
          </p:cNvPr>
          <p:cNvSpPr txBox="1"/>
          <p:nvPr/>
        </p:nvSpPr>
        <p:spPr>
          <a:xfrm>
            <a:off x="7864947" y="4668137"/>
            <a:ext cx="43767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>
                <a:highlight>
                  <a:srgbClr val="FFFF00"/>
                </a:highlight>
              </a:rPr>
              <a:t>MAIJ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30EF1A7-E85E-E2AF-70FF-C2DC478881A0}"/>
              </a:ext>
            </a:extLst>
          </p:cNvPr>
          <p:cNvSpPr txBox="1"/>
          <p:nvPr/>
        </p:nvSpPr>
        <p:spPr>
          <a:xfrm>
            <a:off x="7850660" y="5028675"/>
            <a:ext cx="43767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>
                <a:highlight>
                  <a:srgbClr val="FFFF00"/>
                </a:highlight>
              </a:rPr>
              <a:t>DO BP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2B6D75F-2A0A-BE94-783C-A90B0B6EA573}"/>
              </a:ext>
            </a:extLst>
          </p:cNvPr>
          <p:cNvSpPr txBox="1"/>
          <p:nvPr/>
        </p:nvSpPr>
        <p:spPr>
          <a:xfrm>
            <a:off x="8113545" y="4588609"/>
            <a:ext cx="43767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>
                <a:highlight>
                  <a:srgbClr val="FFFF00"/>
                </a:highlight>
              </a:rPr>
              <a:t>BNJ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623B44C-161E-31DE-823F-B083688CEC04}"/>
              </a:ext>
            </a:extLst>
          </p:cNvPr>
          <p:cNvSpPr txBox="1"/>
          <p:nvPr/>
        </p:nvSpPr>
        <p:spPr>
          <a:xfrm>
            <a:off x="8091013" y="5098302"/>
            <a:ext cx="43767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>
                <a:highlight>
                  <a:srgbClr val="FFFF00"/>
                </a:highlight>
              </a:rPr>
              <a:t>JSW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5CAE81C-5C59-10E2-8F3C-622972577EE5}"/>
              </a:ext>
            </a:extLst>
          </p:cNvPr>
          <p:cNvSpPr txBox="1"/>
          <p:nvPr/>
        </p:nvSpPr>
        <p:spPr>
          <a:xfrm>
            <a:off x="8332381" y="4662630"/>
            <a:ext cx="43767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>
                <a:highlight>
                  <a:srgbClr val="FFFF00"/>
                </a:highlight>
              </a:rPr>
              <a:t>DO JB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ED78C1F-35F9-F2B3-4414-B4AB4DF0C98A}"/>
              </a:ext>
            </a:extLst>
          </p:cNvPr>
          <p:cNvSpPr txBox="1"/>
          <p:nvPr/>
        </p:nvSpPr>
        <p:spPr>
          <a:xfrm>
            <a:off x="8350485" y="5029176"/>
            <a:ext cx="43767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>
                <a:highlight>
                  <a:srgbClr val="FFFF00"/>
                </a:highlight>
              </a:rPr>
              <a:t>PUJB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DD3DC81-E9F7-69CA-DA7A-1D1EAA794380}"/>
              </a:ext>
            </a:extLst>
          </p:cNvPr>
          <p:cNvSpPr txBox="1"/>
          <p:nvPr/>
        </p:nvSpPr>
        <p:spPr>
          <a:xfrm>
            <a:off x="8451663" y="4846107"/>
            <a:ext cx="43767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>
                <a:highlight>
                  <a:srgbClr val="FFFF00"/>
                </a:highlight>
              </a:rPr>
              <a:t>JBIOTECH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DD9DF50-5946-4B30-A3E1-678906DB0D53}"/>
              </a:ext>
            </a:extLst>
          </p:cNvPr>
          <p:cNvSpPr txBox="1"/>
          <p:nvPr/>
        </p:nvSpPr>
        <p:spPr>
          <a:xfrm>
            <a:off x="8274054" y="3271316"/>
            <a:ext cx="5040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VIP</a:t>
            </a:r>
            <a:endParaRPr lang="en-MY" sz="14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44E5E7E-1CA7-07B9-B897-3ACB4F6359B2}"/>
              </a:ext>
            </a:extLst>
          </p:cNvPr>
          <p:cNvSpPr txBox="1"/>
          <p:nvPr/>
        </p:nvSpPr>
        <p:spPr>
          <a:xfrm>
            <a:off x="7818118" y="1521717"/>
            <a:ext cx="332898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>
                <a:highlight>
                  <a:srgbClr val="FFFF00"/>
                </a:highlight>
              </a:rPr>
              <a:t>JAINJ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01424D6-57F1-306A-CFB9-28D339A6BC31}"/>
              </a:ext>
            </a:extLst>
          </p:cNvPr>
          <p:cNvSpPr txBox="1"/>
          <p:nvPr/>
        </p:nvSpPr>
        <p:spPr>
          <a:xfrm>
            <a:off x="7853037" y="1328356"/>
            <a:ext cx="4376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>
                <a:highlight>
                  <a:srgbClr val="FFFF00"/>
                </a:highlight>
              </a:rPr>
              <a:t>PB AUDIT YPJH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CCA2B2D-C7A0-C92D-44BE-3C29FC795037}"/>
              </a:ext>
            </a:extLst>
          </p:cNvPr>
          <p:cNvSpPr txBox="1"/>
          <p:nvPr/>
        </p:nvSpPr>
        <p:spPr>
          <a:xfrm>
            <a:off x="7855429" y="1702834"/>
            <a:ext cx="43767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>
                <a:highlight>
                  <a:srgbClr val="FFFF00"/>
                </a:highlight>
              </a:rPr>
              <a:t>PB PIJH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3EE1410-A64C-3558-5285-711E071ECE93}"/>
              </a:ext>
            </a:extLst>
          </p:cNvPr>
          <p:cNvSpPr txBox="1"/>
          <p:nvPr/>
        </p:nvSpPr>
        <p:spPr>
          <a:xfrm>
            <a:off x="8108602" y="1192918"/>
            <a:ext cx="4376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>
                <a:highlight>
                  <a:srgbClr val="FFFF00"/>
                </a:highlight>
              </a:rPr>
              <a:t>DO KLUANG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A80EC99-B179-A093-7F9D-DDC88BEEE962}"/>
              </a:ext>
            </a:extLst>
          </p:cNvPr>
          <p:cNvSpPr txBox="1"/>
          <p:nvPr/>
        </p:nvSpPr>
        <p:spPr>
          <a:xfrm>
            <a:off x="8095782" y="1772461"/>
            <a:ext cx="4376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>
                <a:highlight>
                  <a:srgbClr val="FFFF00"/>
                </a:highlight>
              </a:rPr>
              <a:t>DO MUAR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85C6865-61A3-9F1B-469D-87022E0C1B88}"/>
              </a:ext>
            </a:extLst>
          </p:cNvPr>
          <p:cNvSpPr txBox="1"/>
          <p:nvPr/>
        </p:nvSpPr>
        <p:spPr>
          <a:xfrm>
            <a:off x="8337150" y="1336789"/>
            <a:ext cx="43767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>
                <a:highlight>
                  <a:srgbClr val="FFFF00"/>
                </a:highlight>
              </a:rPr>
              <a:t>PKPJ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AFF059F-EAFF-186B-4C54-58DB0898732F}"/>
              </a:ext>
            </a:extLst>
          </p:cNvPr>
          <p:cNvSpPr txBox="1"/>
          <p:nvPr/>
        </p:nvSpPr>
        <p:spPr>
          <a:xfrm>
            <a:off x="8355254" y="1703335"/>
            <a:ext cx="43767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>
                <a:highlight>
                  <a:srgbClr val="FFFF00"/>
                </a:highlight>
              </a:rPr>
              <a:t>P.BIJAYA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2BE28C3-DFFB-8D56-68AF-2FF24B72E731}"/>
              </a:ext>
            </a:extLst>
          </p:cNvPr>
          <p:cNvSpPr txBox="1"/>
          <p:nvPr/>
        </p:nvSpPr>
        <p:spPr>
          <a:xfrm>
            <a:off x="8456432" y="1520266"/>
            <a:ext cx="4376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>
                <a:highlight>
                  <a:srgbClr val="FFFF00"/>
                </a:highlight>
              </a:rPr>
              <a:t>DO KULAI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18D39AF-522F-0DAD-06C4-F19EB3BE21DD}"/>
              </a:ext>
            </a:extLst>
          </p:cNvPr>
          <p:cNvSpPr txBox="1"/>
          <p:nvPr/>
        </p:nvSpPr>
        <p:spPr>
          <a:xfrm>
            <a:off x="7832398" y="5615908"/>
            <a:ext cx="365447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>
                <a:highlight>
                  <a:srgbClr val="FFFF00"/>
                </a:highlight>
              </a:rPr>
              <a:t>SUS SJ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BCEA8C4-912C-25E7-3981-4115B1F4635F}"/>
              </a:ext>
            </a:extLst>
          </p:cNvPr>
          <p:cNvSpPr txBox="1"/>
          <p:nvPr/>
        </p:nvSpPr>
        <p:spPr>
          <a:xfrm>
            <a:off x="7867318" y="5422547"/>
            <a:ext cx="43767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>
                <a:highlight>
                  <a:srgbClr val="FFFF00"/>
                </a:highlight>
              </a:rPr>
              <a:t>DO KT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F0DE677-9908-77E3-9BE0-22E64C6C4B12}"/>
              </a:ext>
            </a:extLst>
          </p:cNvPr>
          <p:cNvSpPr txBox="1"/>
          <p:nvPr/>
        </p:nvSpPr>
        <p:spPr>
          <a:xfrm>
            <a:off x="7869710" y="5797025"/>
            <a:ext cx="4376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" b="1" dirty="0">
                <a:highlight>
                  <a:srgbClr val="FFFF00"/>
                </a:highlight>
              </a:rPr>
              <a:t>PB HARTANAH YPJH</a:t>
            </a:r>
            <a:endParaRPr lang="en-MY" sz="400" b="1" dirty="0">
              <a:highlight>
                <a:srgbClr val="FFFF00"/>
              </a:highlight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475A606-4819-942A-756D-1E637E898055}"/>
              </a:ext>
            </a:extLst>
          </p:cNvPr>
          <p:cNvSpPr txBox="1"/>
          <p:nvPr/>
        </p:nvSpPr>
        <p:spPr>
          <a:xfrm>
            <a:off x="8119895" y="5356959"/>
            <a:ext cx="43767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>
                <a:highlight>
                  <a:srgbClr val="FFFF00"/>
                </a:highlight>
              </a:rPr>
              <a:t>INVEST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A0ED8E2-B839-E93D-4A8C-212E7C8625C8}"/>
              </a:ext>
            </a:extLst>
          </p:cNvPr>
          <p:cNvSpPr txBox="1"/>
          <p:nvPr/>
        </p:nvSpPr>
        <p:spPr>
          <a:xfrm>
            <a:off x="8127149" y="5880570"/>
            <a:ext cx="43767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>
                <a:highlight>
                  <a:srgbClr val="FFFF00"/>
                </a:highlight>
              </a:rPr>
              <a:t>SU MBJB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BBF005B-D0AB-0418-7497-9E992C0539E1}"/>
              </a:ext>
            </a:extLst>
          </p:cNvPr>
          <p:cNvSpPr txBox="1"/>
          <p:nvPr/>
        </p:nvSpPr>
        <p:spPr>
          <a:xfrm>
            <a:off x="8351431" y="5430980"/>
            <a:ext cx="43767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>
                <a:highlight>
                  <a:srgbClr val="FFFF00"/>
                </a:highlight>
              </a:rPr>
              <a:t>TP 1 PTG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96B7852-FF01-FDDA-99E3-2303D3816A68}"/>
              </a:ext>
            </a:extLst>
          </p:cNvPr>
          <p:cNvSpPr txBox="1"/>
          <p:nvPr/>
        </p:nvSpPr>
        <p:spPr>
          <a:xfrm>
            <a:off x="8363185" y="5791176"/>
            <a:ext cx="56107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>
                <a:highlight>
                  <a:srgbClr val="FFFF00"/>
                </a:highlight>
              </a:rPr>
              <a:t>JURUTULIS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47DFD40-87EE-258E-5020-BDC53F2C1917}"/>
              </a:ext>
            </a:extLst>
          </p:cNvPr>
          <p:cNvSpPr txBox="1"/>
          <p:nvPr/>
        </p:nvSpPr>
        <p:spPr>
          <a:xfrm>
            <a:off x="8486588" y="5614457"/>
            <a:ext cx="493475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>
                <a:highlight>
                  <a:srgbClr val="FFFF00"/>
                </a:highlight>
              </a:rPr>
              <a:t>SUB BPSM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7E11FF1-3C35-ABC8-715E-E0ED74028C54}"/>
              </a:ext>
            </a:extLst>
          </p:cNvPr>
          <p:cNvSpPr txBox="1"/>
          <p:nvPr/>
        </p:nvSpPr>
        <p:spPr>
          <a:xfrm>
            <a:off x="7783749" y="717749"/>
            <a:ext cx="438622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>
                <a:highlight>
                  <a:srgbClr val="FFFF00"/>
                </a:highlight>
              </a:rPr>
              <a:t>CEO SAJ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0E6B8A1-E2EF-ACB2-056E-2BBFD04498C8}"/>
              </a:ext>
            </a:extLst>
          </p:cNvPr>
          <p:cNvSpPr txBox="1"/>
          <p:nvPr/>
        </p:nvSpPr>
        <p:spPr>
          <a:xfrm>
            <a:off x="7876844" y="534598"/>
            <a:ext cx="4376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>
                <a:highlight>
                  <a:srgbClr val="FFFF00"/>
                </a:highlight>
              </a:rPr>
              <a:t>DO MRSG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8D3A7B9-56F8-AD08-E4ED-89ACD95D104B}"/>
              </a:ext>
            </a:extLst>
          </p:cNvPr>
          <p:cNvSpPr txBox="1"/>
          <p:nvPr/>
        </p:nvSpPr>
        <p:spPr>
          <a:xfrm>
            <a:off x="7879236" y="909076"/>
            <a:ext cx="43767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>
                <a:highlight>
                  <a:srgbClr val="FFFF00"/>
                </a:highlight>
              </a:rPr>
              <a:t>PAJ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DEF2651-B774-9268-0970-A241CFBAFFEC}"/>
              </a:ext>
            </a:extLst>
          </p:cNvPr>
          <p:cNvSpPr txBox="1"/>
          <p:nvPr/>
        </p:nvSpPr>
        <p:spPr>
          <a:xfrm>
            <a:off x="8142121" y="469010"/>
            <a:ext cx="43767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>
                <a:highlight>
                  <a:srgbClr val="FFFF00"/>
                </a:highlight>
              </a:rPr>
              <a:t>DO SGMT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34D1F04-266C-D400-59A5-9994036341AF}"/>
              </a:ext>
            </a:extLst>
          </p:cNvPr>
          <p:cNvSpPr txBox="1"/>
          <p:nvPr/>
        </p:nvSpPr>
        <p:spPr>
          <a:xfrm>
            <a:off x="8119589" y="978703"/>
            <a:ext cx="43767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>
                <a:highlight>
                  <a:srgbClr val="FFFF00"/>
                </a:highlight>
              </a:rPr>
              <a:t>T/PKN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C1A40EB-94B4-57CF-8F6A-87E3C39CFF44}"/>
              </a:ext>
            </a:extLst>
          </p:cNvPr>
          <p:cNvSpPr txBox="1"/>
          <p:nvPr/>
        </p:nvSpPr>
        <p:spPr>
          <a:xfrm>
            <a:off x="8360957" y="543031"/>
            <a:ext cx="43767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>
                <a:highlight>
                  <a:srgbClr val="FFFF00"/>
                </a:highlight>
              </a:rPr>
              <a:t>YDP MPP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EBAD653-A652-F854-9C8A-1C01A2377B56}"/>
              </a:ext>
            </a:extLst>
          </p:cNvPr>
          <p:cNvSpPr txBox="1"/>
          <p:nvPr/>
        </p:nvSpPr>
        <p:spPr>
          <a:xfrm>
            <a:off x="8379061" y="909577"/>
            <a:ext cx="43767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>
                <a:highlight>
                  <a:srgbClr val="FFFF00"/>
                </a:highlight>
              </a:rPr>
              <a:t>IDO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0A4C165-C124-B8FF-1FD5-CA0E40245126}"/>
              </a:ext>
            </a:extLst>
          </p:cNvPr>
          <p:cNvSpPr txBox="1"/>
          <p:nvPr/>
        </p:nvSpPr>
        <p:spPr>
          <a:xfrm>
            <a:off x="8480239" y="726508"/>
            <a:ext cx="43767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>
                <a:highlight>
                  <a:srgbClr val="FFFF00"/>
                </a:highlight>
              </a:rPr>
              <a:t>SUB KT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1C90C08-6539-47EA-AD26-1B851B852ED5}"/>
              </a:ext>
            </a:extLst>
          </p:cNvPr>
          <p:cNvSpPr/>
          <p:nvPr/>
        </p:nvSpPr>
        <p:spPr>
          <a:xfrm>
            <a:off x="7877146" y="2788429"/>
            <a:ext cx="1217140" cy="1281367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28783265-B5BF-780C-7077-38C14358BE36}"/>
              </a:ext>
            </a:extLst>
          </p:cNvPr>
          <p:cNvSpPr/>
          <p:nvPr/>
        </p:nvSpPr>
        <p:spPr>
          <a:xfrm>
            <a:off x="8050980" y="3032604"/>
            <a:ext cx="801366" cy="7901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2" name="Trapezoid 21">
            <a:extLst>
              <a:ext uri="{FF2B5EF4-FFF2-40B4-BE49-F238E27FC236}">
                <a16:creationId xmlns:a16="http://schemas.microsoft.com/office/drawing/2014/main" id="{321C77B7-DDA6-0A48-D506-457B8CA81156}"/>
              </a:ext>
            </a:extLst>
          </p:cNvPr>
          <p:cNvSpPr/>
          <p:nvPr/>
        </p:nvSpPr>
        <p:spPr>
          <a:xfrm rot="4036147">
            <a:off x="7911859" y="3550102"/>
            <a:ext cx="168422" cy="126080"/>
          </a:xfrm>
          <a:prstGeom prst="trapezoi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61" name="Trapezoid 60">
            <a:extLst>
              <a:ext uri="{FF2B5EF4-FFF2-40B4-BE49-F238E27FC236}">
                <a16:creationId xmlns:a16="http://schemas.microsoft.com/office/drawing/2014/main" id="{7BC2E89B-0ED0-213F-B8C3-9C281A36B40D}"/>
              </a:ext>
            </a:extLst>
          </p:cNvPr>
          <p:cNvSpPr/>
          <p:nvPr/>
        </p:nvSpPr>
        <p:spPr>
          <a:xfrm rot="2345129">
            <a:off x="8067276" y="3763116"/>
            <a:ext cx="168422" cy="126080"/>
          </a:xfrm>
          <a:prstGeom prst="trapezoi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62" name="Trapezoid 61">
            <a:extLst>
              <a:ext uri="{FF2B5EF4-FFF2-40B4-BE49-F238E27FC236}">
                <a16:creationId xmlns:a16="http://schemas.microsoft.com/office/drawing/2014/main" id="{A0D4F02A-46F2-94AD-92DA-DFB7F1ED3B26}"/>
              </a:ext>
            </a:extLst>
          </p:cNvPr>
          <p:cNvSpPr/>
          <p:nvPr/>
        </p:nvSpPr>
        <p:spPr>
          <a:xfrm rot="347143">
            <a:off x="8332265" y="3846823"/>
            <a:ext cx="168422" cy="126080"/>
          </a:xfrm>
          <a:prstGeom prst="trapezoi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63" name="Trapezoid 62">
            <a:extLst>
              <a:ext uri="{FF2B5EF4-FFF2-40B4-BE49-F238E27FC236}">
                <a16:creationId xmlns:a16="http://schemas.microsoft.com/office/drawing/2014/main" id="{4C162525-D35E-67F7-0C95-098313E3EFBA}"/>
              </a:ext>
            </a:extLst>
          </p:cNvPr>
          <p:cNvSpPr/>
          <p:nvPr/>
        </p:nvSpPr>
        <p:spPr>
          <a:xfrm rot="19922833">
            <a:off x="8598969" y="3797529"/>
            <a:ext cx="168422" cy="126080"/>
          </a:xfrm>
          <a:prstGeom prst="trapezoi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64" name="Trapezoid 63">
            <a:extLst>
              <a:ext uri="{FF2B5EF4-FFF2-40B4-BE49-F238E27FC236}">
                <a16:creationId xmlns:a16="http://schemas.microsoft.com/office/drawing/2014/main" id="{7EC5B7F3-82FD-BB5C-5D11-DAC55825AC8E}"/>
              </a:ext>
            </a:extLst>
          </p:cNvPr>
          <p:cNvSpPr/>
          <p:nvPr/>
        </p:nvSpPr>
        <p:spPr>
          <a:xfrm rot="6219247">
            <a:off x="7892520" y="3242605"/>
            <a:ext cx="168422" cy="126080"/>
          </a:xfrm>
          <a:prstGeom prst="trapezoi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65" name="Trapezoid 64">
            <a:extLst>
              <a:ext uri="{FF2B5EF4-FFF2-40B4-BE49-F238E27FC236}">
                <a16:creationId xmlns:a16="http://schemas.microsoft.com/office/drawing/2014/main" id="{E4F111EF-7F82-71D7-B855-E68486AF828F}"/>
              </a:ext>
            </a:extLst>
          </p:cNvPr>
          <p:cNvSpPr/>
          <p:nvPr/>
        </p:nvSpPr>
        <p:spPr>
          <a:xfrm rot="8242750">
            <a:off x="8028364" y="3007668"/>
            <a:ext cx="168422" cy="126080"/>
          </a:xfrm>
          <a:prstGeom prst="trapezoi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67" name="Trapezoid 66">
            <a:extLst>
              <a:ext uri="{FF2B5EF4-FFF2-40B4-BE49-F238E27FC236}">
                <a16:creationId xmlns:a16="http://schemas.microsoft.com/office/drawing/2014/main" id="{75183D6E-84D8-B17F-F708-2E86B4819124}"/>
              </a:ext>
            </a:extLst>
          </p:cNvPr>
          <p:cNvSpPr/>
          <p:nvPr/>
        </p:nvSpPr>
        <p:spPr>
          <a:xfrm rot="10176269">
            <a:off x="8294849" y="2889032"/>
            <a:ext cx="168422" cy="126080"/>
          </a:xfrm>
          <a:prstGeom prst="trapezoi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68" name="Trapezoid 67">
            <a:extLst>
              <a:ext uri="{FF2B5EF4-FFF2-40B4-BE49-F238E27FC236}">
                <a16:creationId xmlns:a16="http://schemas.microsoft.com/office/drawing/2014/main" id="{0561AA3C-3CED-7E71-3810-C438A43B3C12}"/>
              </a:ext>
            </a:extLst>
          </p:cNvPr>
          <p:cNvSpPr/>
          <p:nvPr/>
        </p:nvSpPr>
        <p:spPr>
          <a:xfrm rot="12079870">
            <a:off x="8586287" y="2924672"/>
            <a:ext cx="168422" cy="126080"/>
          </a:xfrm>
          <a:prstGeom prst="trapezoi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DB37D8-3E72-DE17-180E-233A3B076113}"/>
              </a:ext>
            </a:extLst>
          </p:cNvPr>
          <p:cNvSpPr txBox="1"/>
          <p:nvPr/>
        </p:nvSpPr>
        <p:spPr>
          <a:xfrm>
            <a:off x="7638742" y="3530676"/>
            <a:ext cx="61785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>
                <a:highlight>
                  <a:srgbClr val="FFFF00"/>
                </a:highlight>
              </a:rPr>
              <a:t>YB SUKJ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5FF80E-8E96-7825-4975-D7956553517F}"/>
              </a:ext>
            </a:extLst>
          </p:cNvPr>
          <p:cNvSpPr txBox="1"/>
          <p:nvPr/>
        </p:nvSpPr>
        <p:spPr>
          <a:xfrm>
            <a:off x="7809386" y="3752873"/>
            <a:ext cx="61785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>
                <a:highlight>
                  <a:srgbClr val="FFFF00"/>
                </a:highlight>
              </a:rPr>
              <a:t>YB PKN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4134D8-E24D-F860-6D62-B817EFFE2545}"/>
              </a:ext>
            </a:extLst>
          </p:cNvPr>
          <p:cNvSpPr txBox="1"/>
          <p:nvPr/>
        </p:nvSpPr>
        <p:spPr>
          <a:xfrm rot="19679986">
            <a:off x="8413293" y="3732407"/>
            <a:ext cx="6178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>
                <a:highlight>
                  <a:srgbClr val="FFFF00"/>
                </a:highlight>
              </a:rPr>
              <a:t>CEO </a:t>
            </a:r>
          </a:p>
          <a:p>
            <a:pPr algn="ctr"/>
            <a:r>
              <a:rPr lang="en-US" sz="500" b="1" dirty="0">
                <a:highlight>
                  <a:srgbClr val="FFFF00"/>
                </a:highlight>
              </a:rPr>
              <a:t>KPRJ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5C40DF-16FB-5998-3BA0-BEFB81FB8320}"/>
              </a:ext>
            </a:extLst>
          </p:cNvPr>
          <p:cNvSpPr txBox="1"/>
          <p:nvPr/>
        </p:nvSpPr>
        <p:spPr>
          <a:xfrm>
            <a:off x="8093264" y="3814802"/>
            <a:ext cx="6178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>
                <a:highlight>
                  <a:srgbClr val="FFFF00"/>
                </a:highlight>
              </a:rPr>
              <a:t>TSUK </a:t>
            </a:r>
          </a:p>
          <a:p>
            <a:pPr algn="ctr"/>
            <a:r>
              <a:rPr lang="en-US" sz="500" b="1" dirty="0">
                <a:highlight>
                  <a:srgbClr val="FFFF00"/>
                </a:highlight>
              </a:rPr>
              <a:t>PGRSN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2563F6B-29A4-C0D4-572D-D1F8FBD6D5FD}"/>
              </a:ext>
            </a:extLst>
          </p:cNvPr>
          <p:cNvSpPr txBox="1"/>
          <p:nvPr/>
        </p:nvSpPr>
        <p:spPr>
          <a:xfrm>
            <a:off x="7593949" y="3220425"/>
            <a:ext cx="61785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>
                <a:highlight>
                  <a:srgbClr val="FFFF00"/>
                </a:highlight>
              </a:rPr>
              <a:t>PN SRI SUKJ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6FB98DB-0601-7DCF-74C9-8F77F68B702F}"/>
              </a:ext>
            </a:extLst>
          </p:cNvPr>
          <p:cNvSpPr txBox="1"/>
          <p:nvPr/>
        </p:nvSpPr>
        <p:spPr>
          <a:xfrm>
            <a:off x="7769143" y="2943745"/>
            <a:ext cx="6178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>
                <a:highlight>
                  <a:srgbClr val="FFFF00"/>
                </a:highlight>
              </a:rPr>
              <a:t>YDH DATIN </a:t>
            </a:r>
          </a:p>
          <a:p>
            <a:pPr algn="ctr"/>
            <a:r>
              <a:rPr lang="en-US" sz="500" b="1" dirty="0">
                <a:highlight>
                  <a:srgbClr val="FFFF00"/>
                </a:highlight>
              </a:rPr>
              <a:t>PKN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6D379DA-8ECF-01BA-9EAE-76E616C4A893}"/>
              </a:ext>
            </a:extLst>
          </p:cNvPr>
          <p:cNvSpPr txBox="1"/>
          <p:nvPr/>
        </p:nvSpPr>
        <p:spPr>
          <a:xfrm>
            <a:off x="8054257" y="2855720"/>
            <a:ext cx="6178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>
                <a:highlight>
                  <a:srgbClr val="FFFF00"/>
                </a:highlight>
              </a:rPr>
              <a:t>YDH DATIN TSUK</a:t>
            </a:r>
            <a:endParaRPr lang="en-MY" sz="500" b="1" dirty="0">
              <a:highlight>
                <a:srgbClr val="FFFF00"/>
              </a:highlight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05F3550-E273-7F0E-E74A-417C5BA138E9}"/>
              </a:ext>
            </a:extLst>
          </p:cNvPr>
          <p:cNvSpPr txBox="1"/>
          <p:nvPr/>
        </p:nvSpPr>
        <p:spPr>
          <a:xfrm>
            <a:off x="8375212" y="2874663"/>
            <a:ext cx="6178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>
                <a:highlight>
                  <a:srgbClr val="FFFF00"/>
                </a:highlight>
              </a:rPr>
              <a:t>YDH DATIN </a:t>
            </a:r>
          </a:p>
          <a:p>
            <a:pPr algn="ctr"/>
            <a:r>
              <a:rPr lang="en-US" sz="500" b="1" dirty="0">
                <a:highlight>
                  <a:srgbClr val="FFFF00"/>
                </a:highlight>
              </a:rPr>
              <a:t>KPRJ</a:t>
            </a:r>
            <a:endParaRPr lang="en-MY" sz="5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2396523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</TotalTime>
  <Words>288</Words>
  <Application>Microsoft Office PowerPoint</Application>
  <PresentationFormat>Widescreen</PresentationFormat>
  <Paragraphs>149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suk teknikal</dc:creator>
  <cp:lastModifiedBy>SUK USER</cp:lastModifiedBy>
  <cp:revision>13</cp:revision>
  <cp:lastPrinted>2023-10-26T05:32:24Z</cp:lastPrinted>
  <dcterms:created xsi:type="dcterms:W3CDTF">2023-10-26T04:49:55Z</dcterms:created>
  <dcterms:modified xsi:type="dcterms:W3CDTF">2026-05-05T05:32:23Z</dcterms:modified>
</cp:coreProperties>
</file>